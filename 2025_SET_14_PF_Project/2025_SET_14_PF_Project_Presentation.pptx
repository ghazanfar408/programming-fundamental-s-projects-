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3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56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96DAF-012E-49B5-95E2-E0F174023131}" type="datetimeFigureOut">
              <a:rPr lang="en-US" smtClean="0"/>
              <a:t>12/31/2025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DBD1E-25E5-47BA-8C73-1F9F4DAF27F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731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96DAF-012E-49B5-95E2-E0F174023131}" type="datetimeFigureOut">
              <a:rPr lang="en-US" smtClean="0"/>
              <a:t>12/31/2025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DBD1E-25E5-47BA-8C73-1F9F4DAF27F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96565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96DAF-012E-49B5-95E2-E0F174023131}" type="datetimeFigureOut">
              <a:rPr lang="en-US" smtClean="0"/>
              <a:t>12/31/2025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DBD1E-25E5-47BA-8C73-1F9F4DAF27F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78997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96DAF-012E-49B5-95E2-E0F174023131}" type="datetimeFigureOut">
              <a:rPr lang="en-US" smtClean="0"/>
              <a:t>12/31/2025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DBD1E-25E5-47BA-8C73-1F9F4DAF27F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2883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96DAF-012E-49B5-95E2-E0F174023131}" type="datetimeFigureOut">
              <a:rPr lang="en-US" smtClean="0"/>
              <a:t>12/31/2025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DBD1E-25E5-47BA-8C73-1F9F4DAF27F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59525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96DAF-012E-49B5-95E2-E0F174023131}" type="datetimeFigureOut">
              <a:rPr lang="en-US" smtClean="0"/>
              <a:t>12/31/2025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DBD1E-25E5-47BA-8C73-1F9F4DAF27F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75904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96DAF-012E-49B5-95E2-E0F174023131}" type="datetimeFigureOut">
              <a:rPr lang="en-US" smtClean="0"/>
              <a:t>12/31/2025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DBD1E-25E5-47BA-8C73-1F9F4DAF27F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0854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96DAF-012E-49B5-95E2-E0F174023131}" type="datetimeFigureOut">
              <a:rPr lang="en-US" smtClean="0"/>
              <a:t>12/31/2025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DBD1E-25E5-47BA-8C73-1F9F4DAF27F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1317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96DAF-012E-49B5-95E2-E0F174023131}" type="datetimeFigureOut">
              <a:rPr lang="en-US" smtClean="0"/>
              <a:t>12/31/2025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DBD1E-25E5-47BA-8C73-1F9F4DAF27F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45403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96DAF-012E-49B5-95E2-E0F174023131}" type="datetimeFigureOut">
              <a:rPr lang="en-US" smtClean="0"/>
              <a:t>12/31/2025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DBD1E-25E5-47BA-8C73-1F9F4DAF27F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4021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96DAF-012E-49B5-95E2-E0F174023131}" type="datetimeFigureOut">
              <a:rPr lang="en-US" smtClean="0"/>
              <a:t>12/31/2025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DBD1E-25E5-47BA-8C73-1F9F4DAF27F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419042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96DAF-012E-49B5-95E2-E0F174023131}" type="datetimeFigureOut">
              <a:rPr lang="en-US" smtClean="0"/>
              <a:t>12/31/2025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DBD1E-25E5-47BA-8C73-1F9F4DAF27F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98536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96DAF-012E-49B5-95E2-E0F174023131}" type="datetimeFigureOut">
              <a:rPr lang="en-US" smtClean="0"/>
              <a:t>12/31/2025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DBD1E-25E5-47BA-8C73-1F9F4DAF27F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524355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96DAF-012E-49B5-95E2-E0F174023131}" type="datetimeFigureOut">
              <a:rPr lang="en-US" smtClean="0"/>
              <a:t>12/31/2025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DBD1E-25E5-47BA-8C73-1F9F4DAF27F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59137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96DAF-012E-49B5-95E2-E0F174023131}" type="datetimeFigureOut">
              <a:rPr lang="en-US" smtClean="0"/>
              <a:t>12/31/2025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DBD1E-25E5-47BA-8C73-1F9F4DAF27F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13242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96DAF-012E-49B5-95E2-E0F174023131}" type="datetimeFigureOut">
              <a:rPr lang="en-US" smtClean="0"/>
              <a:t>12/31/2025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DBD1E-25E5-47BA-8C73-1F9F4DAF27F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5044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696DAF-012E-49B5-95E2-E0F174023131}" type="datetimeFigureOut">
              <a:rPr lang="en-US" smtClean="0"/>
              <a:t>12/31/2025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30CDBD1E-25E5-47BA-8C73-1F9F4DAF27F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76328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4" r:id="rId1"/>
    <p:sldLayoutId id="2147483935" r:id="rId2"/>
    <p:sldLayoutId id="2147483936" r:id="rId3"/>
    <p:sldLayoutId id="2147483937" r:id="rId4"/>
    <p:sldLayoutId id="2147483938" r:id="rId5"/>
    <p:sldLayoutId id="2147483939" r:id="rId6"/>
    <p:sldLayoutId id="2147483940" r:id="rId7"/>
    <p:sldLayoutId id="2147483941" r:id="rId8"/>
    <p:sldLayoutId id="2147483942" r:id="rId9"/>
    <p:sldLayoutId id="2147483943" r:id="rId10"/>
    <p:sldLayoutId id="2147483944" r:id="rId11"/>
    <p:sldLayoutId id="2147483945" r:id="rId12"/>
    <p:sldLayoutId id="2147483946" r:id="rId13"/>
    <p:sldLayoutId id="2147483947" r:id="rId14"/>
    <p:sldLayoutId id="2147483948" r:id="rId15"/>
    <p:sldLayoutId id="214748394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7527636" cy="1611602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Restaurant Food Ordering System  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64146" y="2983201"/>
            <a:ext cx="7195127" cy="2632508"/>
          </a:xfrm>
        </p:spPr>
        <p:txBody>
          <a:bodyPr>
            <a:normAutofit lnSpcReduction="10000"/>
          </a:bodyPr>
          <a:lstStyle/>
          <a:p>
            <a:pPr algn="ctr">
              <a:buFont typeface="Wingdings" panose="05000000000000000000" pitchFamily="2" charset="2"/>
              <a:buChar char="v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By: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Ghazanfar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Rasheed</a:t>
            </a:r>
          </a:p>
          <a:p>
            <a:pPr 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Roll_No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2025_SET_14</a:t>
            </a:r>
          </a:p>
          <a:p>
            <a:pPr 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Department: Software Engineering</a:t>
            </a:r>
          </a:p>
          <a:p>
            <a:pPr 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Session: 2025_2029</a:t>
            </a:r>
          </a:p>
          <a:p>
            <a:pPr 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Program: Software Engineering Technology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45465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 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C++ console application for placing food orders.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Helps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simulate a restaurant ordering environment.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concepts: </a:t>
            </a:r>
            <a:endParaRPr 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cin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if-else, switch, loops,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arrays, and functions.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28300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 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Allow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to:</a:t>
            </a:r>
          </a:p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View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menu categories</a:t>
            </a:r>
          </a:p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food items</a:t>
            </a:r>
          </a:p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bill</a:t>
            </a:r>
          </a:p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Repeat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or exit</a:t>
            </a:r>
          </a:p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Build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basic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C++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only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(no advanced OOP).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48037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Tools Used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Language: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C++  </a:t>
            </a:r>
          </a:p>
          <a:p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IDE: Dev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C++ / VS Code  </a:t>
            </a:r>
          </a:p>
          <a:p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Environment: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Console-based application </a:t>
            </a:r>
          </a:p>
        </p:txBody>
      </p:sp>
    </p:spTree>
    <p:extLst>
      <p:ext uri="{BB962C8B-B14F-4D97-AF65-F5344CB8AC3E}">
        <p14:creationId xmlns:p14="http://schemas.microsoft.com/office/powerpoint/2010/main" val="3001042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Simple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menu-driven interface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Categorized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food items (e.g., Fast Food,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Desserts,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Drinks)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Billing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quantity input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Option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reorder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of: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switch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statements for menu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if-else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validations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while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do-while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repetition</a:t>
            </a:r>
          </a:p>
        </p:txBody>
      </p:sp>
    </p:spTree>
    <p:extLst>
      <p:ext uri="{BB962C8B-B14F-4D97-AF65-F5344CB8AC3E}">
        <p14:creationId xmlns:p14="http://schemas.microsoft.com/office/powerpoint/2010/main" val="26686517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Menu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Fast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Food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Burger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350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Fries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150</a:t>
            </a:r>
          </a:p>
          <a:p>
            <a:pPr marL="0" indent="0">
              <a:buNone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Desserts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Ice Cream –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180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Cake Slice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200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Drinks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Cold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Drink –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100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Water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50</a:t>
            </a:r>
          </a:p>
        </p:txBody>
      </p:sp>
    </p:spTree>
    <p:extLst>
      <p:ext uri="{BB962C8B-B14F-4D97-AF65-F5344CB8AC3E}">
        <p14:creationId xmlns:p14="http://schemas.microsoft.com/office/powerpoint/2010/main" val="24886896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Display welcome message 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Show main menu 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User selects category 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Show items 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User enters quantity 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Total calculated 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Ask if user wants to order again 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Exit with thank you message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06330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Main Function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Controls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loop, display menu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Functions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displayMenu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takeOrder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calculateBill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Arrays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storing prices and names</a:t>
            </a:r>
          </a:p>
        </p:txBody>
      </p:sp>
    </p:spTree>
    <p:extLst>
      <p:ext uri="{BB962C8B-B14F-4D97-AF65-F5344CB8AC3E}">
        <p14:creationId xmlns:p14="http://schemas.microsoft.com/office/powerpoint/2010/main" val="27548008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Code Snippet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"1. Burger -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350" &lt;&lt;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&gt;&gt; choice;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(choice == 1) {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"Enter quantity: ";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&gt;&gt;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qty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total +=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qty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* 350;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7105013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2357"/>
            <a:ext cx="8596668" cy="1320800"/>
          </a:xfrm>
        </p:spPr>
        <p:txBody>
          <a:bodyPr/>
          <a:lstStyle/>
          <a:p>
            <a:pPr algn="ctr"/>
            <a:r>
              <a:rPr lang="en-US" dirty="0"/>
              <a:t> 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Screenshots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Menu screen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ü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9584" y="2635453"/>
            <a:ext cx="6392167" cy="3286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34963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Output Screenshots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</a:p>
          <a:p>
            <a:pPr>
              <a:buFont typeface="Wingdings" panose="05000000000000000000" pitchFamily="2" charset="2"/>
              <a:buChar char="ü"/>
            </a:pP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ü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3" y="2578925"/>
            <a:ext cx="4217939" cy="296289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1528" y="2578926"/>
            <a:ext cx="4839854" cy="2962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3638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Output Screenshots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bill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display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ü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3610" y="2714397"/>
            <a:ext cx="6544245" cy="3258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15094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Managing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categories using simple logic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Input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 without advanced data types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Avoiding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repetition with loops</a:t>
            </a:r>
          </a:p>
        </p:txBody>
      </p:sp>
    </p:spTree>
    <p:extLst>
      <p:ext uri="{BB962C8B-B14F-4D97-AF65-F5344CB8AC3E}">
        <p14:creationId xmlns:p14="http://schemas.microsoft.com/office/powerpoint/2010/main" val="4190710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 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Practice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basic C++ syntax 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nested conditions and loops 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Building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logic in console apps 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Simulating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systems</a:t>
            </a:r>
          </a:p>
        </p:txBody>
      </p:sp>
    </p:spTree>
    <p:extLst>
      <p:ext uri="{BB962C8B-B14F-4D97-AF65-F5344CB8AC3E}">
        <p14:creationId xmlns:p14="http://schemas.microsoft.com/office/powerpoint/2010/main" val="36361726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 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demonstrates how even basic programming concepts can be used to create functional applications.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Can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 extended later with: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File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handling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User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</a:t>
            </a:r>
          </a:p>
        </p:txBody>
      </p:sp>
    </p:spTree>
    <p:extLst>
      <p:ext uri="{BB962C8B-B14F-4D97-AF65-F5344CB8AC3E}">
        <p14:creationId xmlns:p14="http://schemas.microsoft.com/office/powerpoint/2010/main" val="25431521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Thanks</a:t>
            </a:r>
            <a:endParaRPr lang="en-US"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Questions and Answers?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 for Your Attention!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5249033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46</TotalTime>
  <Words>402</Words>
  <Application>Microsoft Office PowerPoint</Application>
  <PresentationFormat>Widescreen</PresentationFormat>
  <Paragraphs>90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Times New Roman</vt:lpstr>
      <vt:lpstr>Trebuchet MS</vt:lpstr>
      <vt:lpstr>Wingdings</vt:lpstr>
      <vt:lpstr>Wingdings 3</vt:lpstr>
      <vt:lpstr>Facet</vt:lpstr>
      <vt:lpstr>Restaurant Food Ordering System   </vt:lpstr>
      <vt:lpstr> Introduction</vt:lpstr>
      <vt:lpstr> Objective</vt:lpstr>
      <vt:lpstr>Tools Used</vt:lpstr>
      <vt:lpstr>Features</vt:lpstr>
      <vt:lpstr>Menu Structure</vt:lpstr>
      <vt:lpstr>Program Flow</vt:lpstr>
      <vt:lpstr>Code Structure</vt:lpstr>
      <vt:lpstr>Sample Code Snippet</vt:lpstr>
      <vt:lpstr> Output Screenshots</vt:lpstr>
      <vt:lpstr>Output Screenshots</vt:lpstr>
      <vt:lpstr>Output Screenshots</vt:lpstr>
      <vt:lpstr>Challenges Faced</vt:lpstr>
      <vt:lpstr> Learnings</vt:lpstr>
      <vt:lpstr> Conclusion</vt:lpstr>
      <vt:lpstr>Thanks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Restaurant Food Ordering System</dc:title>
  <dc:creator>PMLS</dc:creator>
  <cp:lastModifiedBy>PMLS</cp:lastModifiedBy>
  <cp:revision>10</cp:revision>
  <dcterms:created xsi:type="dcterms:W3CDTF">2025-12-31T04:51:08Z</dcterms:created>
  <dcterms:modified xsi:type="dcterms:W3CDTF">2025-12-31T05:37:49Z</dcterms:modified>
</cp:coreProperties>
</file>